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9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9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6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7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0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3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5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23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5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0A325-B256-49AE-874F-C45FBE8407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2573C-E920-4DCA-BE2E-E07CBADE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6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7931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0661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/>
              <a:t>PHISHING AWARENESS TRAINING</a:t>
            </a:r>
            <a:endParaRPr lang="en-US" sz="5400" b="0" cap="none" spc="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899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331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00200" y="983974"/>
            <a:ext cx="101279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Phishing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8540" y="0"/>
            <a:ext cx="87085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bg2">
                    <a:lumMod val="90000"/>
                  </a:schemeClr>
                </a:solidFill>
              </a:rPr>
              <a:t>Phishing</a:t>
            </a:r>
            <a:endParaRPr lang="en-US" sz="72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98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22" y="-159027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575" y="69574"/>
            <a:ext cx="115008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dirty="0" smtClean="0"/>
              <a:t>Email/SMS/Phone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097602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260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/>
              <a:t>Phishing Email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8063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9574"/>
            <a:ext cx="10529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/>
                </a:solidFill>
              </a:rPr>
              <a:t>Fake Website</a:t>
            </a:r>
            <a:endParaRPr lang="en-US" sz="7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31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399" y="2733080"/>
            <a:ext cx="8438322" cy="3238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" y="0"/>
            <a:ext cx="115816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Social Engineering</a:t>
            </a:r>
            <a:endParaRPr lang="en-US" sz="6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45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977" y="1628775"/>
            <a:ext cx="5314950" cy="52292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0157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/>
              <a:t>Phishing Message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91374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644" y="2319131"/>
            <a:ext cx="4890052" cy="39127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9392"/>
            <a:ext cx="110101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/>
              <a:t>Security Shield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762010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812" y="795337"/>
            <a:ext cx="5286375" cy="5267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4339" y="447261"/>
            <a:ext cx="67379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/>
              <a:t>Quiz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729308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0" y="2262808"/>
            <a:ext cx="9869555" cy="459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5435" y="646044"/>
            <a:ext cx="98752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/>
              <a:t>Lock/Security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969548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5891" y="1154545"/>
            <a:ext cx="903316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</a:t>
            </a:r>
            <a:r>
              <a:rPr lang="en-US" sz="3600" dirty="0" smtClean="0"/>
              <a:t>PHISHING AWARENESS TRAINING</a:t>
            </a:r>
          </a:p>
          <a:p>
            <a:endParaRPr lang="en-US" sz="3600" dirty="0" smtClean="0"/>
          </a:p>
          <a:p>
            <a:r>
              <a:rPr lang="en-US" sz="3600" dirty="0" smtClean="0"/>
              <a:t>           </a:t>
            </a:r>
            <a:r>
              <a:rPr lang="en-US" sz="3600" dirty="0" err="1" smtClean="0"/>
              <a:t>CodeAlpha</a:t>
            </a:r>
            <a:r>
              <a:rPr lang="en-US" sz="3600" dirty="0" smtClean="0"/>
              <a:t> Internship — Task 2</a:t>
            </a:r>
          </a:p>
          <a:p>
            <a:r>
              <a:rPr lang="en-US" sz="3600" dirty="0" smtClean="0"/>
              <a:t>              Cyber Security Awareness</a:t>
            </a:r>
          </a:p>
          <a:p>
            <a:endParaRPr lang="en-US" sz="3600" dirty="0" smtClean="0"/>
          </a:p>
          <a:p>
            <a:r>
              <a:rPr lang="en-US" sz="3600" dirty="0" smtClean="0"/>
              <a:t>                 Presented by:</a:t>
            </a:r>
          </a:p>
          <a:p>
            <a:r>
              <a:rPr lang="en-US" sz="3600" dirty="0" smtClean="0"/>
              <a:t>                 </a:t>
            </a:r>
            <a:r>
              <a:rPr lang="en-US" sz="3600" dirty="0" err="1" smtClean="0"/>
              <a:t>Rakib</a:t>
            </a:r>
            <a:r>
              <a:rPr lang="en-US" sz="3600" dirty="0" smtClean="0"/>
              <a:t> Chowdhury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49867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39</Words>
  <Application>Microsoft Office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</cp:revision>
  <dcterms:created xsi:type="dcterms:W3CDTF">2026-09-03T12:54:19Z</dcterms:created>
  <dcterms:modified xsi:type="dcterms:W3CDTF">2026-09-03T13:14:02Z</dcterms:modified>
</cp:coreProperties>
</file>